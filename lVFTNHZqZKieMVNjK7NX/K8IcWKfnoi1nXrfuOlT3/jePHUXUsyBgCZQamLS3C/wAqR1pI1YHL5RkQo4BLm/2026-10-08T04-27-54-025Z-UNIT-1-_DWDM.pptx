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 /><Relationship Id="rId2" Type="http://schemas.openxmlformats.org/package/2006/relationships/metadata/core-properties" Target="docProps/core.xml" /><Relationship Id="rId1" Type="http://schemas.openxmlformats.org/officeDocument/2006/relationships/officeDocument" Target="ppt/presentation.xml" 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87" r:id="rId3"/>
    <p:sldId id="288" r:id="rId4"/>
    <p:sldId id="289" r:id="rId5"/>
    <p:sldId id="290" r:id="rId6"/>
    <p:sldId id="291" r:id="rId7"/>
    <p:sldId id="292" r:id="rId8"/>
    <p:sldId id="285" r:id="rId9"/>
    <p:sldId id="257" r:id="rId10"/>
    <p:sldId id="283" r:id="rId11"/>
    <p:sldId id="284" r:id="rId12"/>
    <p:sldId id="282" r:id="rId13"/>
    <p:sldId id="258" r:id="rId14"/>
    <p:sldId id="259" r:id="rId15"/>
    <p:sldId id="260" r:id="rId16"/>
    <p:sldId id="261" r:id="rId17"/>
    <p:sldId id="262" r:id="rId18"/>
    <p:sldId id="263" r:id="rId19"/>
    <p:sldId id="264" r:id="rId20"/>
    <p:sldId id="265" r:id="rId21"/>
    <p:sldId id="266" r:id="rId22"/>
    <p:sldId id="267" r:id="rId23"/>
    <p:sldId id="268" r:id="rId24"/>
    <p:sldId id="269" r:id="rId25"/>
    <p:sldId id="270" r:id="rId26"/>
    <p:sldId id="271" r:id="rId27"/>
    <p:sldId id="272" r:id="rId28"/>
    <p:sldId id="273" r:id="rId29"/>
    <p:sldId id="274" r:id="rId30"/>
    <p:sldId id="275" r:id="rId31"/>
    <p:sldId id="276" r:id="rId32"/>
    <p:sldId id="277" r:id="rId33"/>
    <p:sldId id="278" r:id="rId34"/>
    <p:sldId id="279" r:id="rId35"/>
    <p:sldId id="280" r:id="rId36"/>
    <p:sldId id="281" r:id="rId37"/>
  </p:sldIdLst>
  <p:sldSz cx="9144000" cy="6858000" type="screen4x3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65" d="100"/>
          <a:sy n="65" d="100"/>
        </p:scale>
        <p:origin x="810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 /><Relationship Id="rId13" Type="http://schemas.openxmlformats.org/officeDocument/2006/relationships/slide" Target="slides/slide12.xml" /><Relationship Id="rId18" Type="http://schemas.openxmlformats.org/officeDocument/2006/relationships/slide" Target="slides/slide17.xml" /><Relationship Id="rId26" Type="http://schemas.openxmlformats.org/officeDocument/2006/relationships/slide" Target="slides/slide25.xml" /><Relationship Id="rId39" Type="http://schemas.openxmlformats.org/officeDocument/2006/relationships/viewProps" Target="viewProps.xml" /><Relationship Id="rId3" Type="http://schemas.openxmlformats.org/officeDocument/2006/relationships/slide" Target="slides/slide2.xml" /><Relationship Id="rId21" Type="http://schemas.openxmlformats.org/officeDocument/2006/relationships/slide" Target="slides/slide20.xml" /><Relationship Id="rId34" Type="http://schemas.openxmlformats.org/officeDocument/2006/relationships/slide" Target="slides/slide33.xml" /><Relationship Id="rId7" Type="http://schemas.openxmlformats.org/officeDocument/2006/relationships/slide" Target="slides/slide6.xml" /><Relationship Id="rId12" Type="http://schemas.openxmlformats.org/officeDocument/2006/relationships/slide" Target="slides/slide11.xml" /><Relationship Id="rId17" Type="http://schemas.openxmlformats.org/officeDocument/2006/relationships/slide" Target="slides/slide16.xml" /><Relationship Id="rId25" Type="http://schemas.openxmlformats.org/officeDocument/2006/relationships/slide" Target="slides/slide24.xml" /><Relationship Id="rId33" Type="http://schemas.openxmlformats.org/officeDocument/2006/relationships/slide" Target="slides/slide32.xml" /><Relationship Id="rId38" Type="http://schemas.openxmlformats.org/officeDocument/2006/relationships/presProps" Target="presProps.xml" /><Relationship Id="rId2" Type="http://schemas.openxmlformats.org/officeDocument/2006/relationships/slide" Target="slides/slide1.xml" /><Relationship Id="rId16" Type="http://schemas.openxmlformats.org/officeDocument/2006/relationships/slide" Target="slides/slide15.xml" /><Relationship Id="rId20" Type="http://schemas.openxmlformats.org/officeDocument/2006/relationships/slide" Target="slides/slide19.xml" /><Relationship Id="rId29" Type="http://schemas.openxmlformats.org/officeDocument/2006/relationships/slide" Target="slides/slide28.xml" /><Relationship Id="rId41" Type="http://schemas.openxmlformats.org/officeDocument/2006/relationships/tableStyles" Target="tableStyles.xml" /><Relationship Id="rId1" Type="http://schemas.openxmlformats.org/officeDocument/2006/relationships/slideMaster" Target="slideMasters/slideMaster1.xml" /><Relationship Id="rId6" Type="http://schemas.openxmlformats.org/officeDocument/2006/relationships/slide" Target="slides/slide5.xml" /><Relationship Id="rId11" Type="http://schemas.openxmlformats.org/officeDocument/2006/relationships/slide" Target="slides/slide10.xml" /><Relationship Id="rId24" Type="http://schemas.openxmlformats.org/officeDocument/2006/relationships/slide" Target="slides/slide23.xml" /><Relationship Id="rId32" Type="http://schemas.openxmlformats.org/officeDocument/2006/relationships/slide" Target="slides/slide31.xml" /><Relationship Id="rId37" Type="http://schemas.openxmlformats.org/officeDocument/2006/relationships/slide" Target="slides/slide36.xml" /><Relationship Id="rId40" Type="http://schemas.openxmlformats.org/officeDocument/2006/relationships/theme" Target="theme/theme1.xml" /><Relationship Id="rId5" Type="http://schemas.openxmlformats.org/officeDocument/2006/relationships/slide" Target="slides/slide4.xml" /><Relationship Id="rId15" Type="http://schemas.openxmlformats.org/officeDocument/2006/relationships/slide" Target="slides/slide14.xml" /><Relationship Id="rId23" Type="http://schemas.openxmlformats.org/officeDocument/2006/relationships/slide" Target="slides/slide22.xml" /><Relationship Id="rId28" Type="http://schemas.openxmlformats.org/officeDocument/2006/relationships/slide" Target="slides/slide27.xml" /><Relationship Id="rId36" Type="http://schemas.openxmlformats.org/officeDocument/2006/relationships/slide" Target="slides/slide35.xml" /><Relationship Id="rId10" Type="http://schemas.openxmlformats.org/officeDocument/2006/relationships/slide" Target="slides/slide9.xml" /><Relationship Id="rId19" Type="http://schemas.openxmlformats.org/officeDocument/2006/relationships/slide" Target="slides/slide18.xml" /><Relationship Id="rId31" Type="http://schemas.openxmlformats.org/officeDocument/2006/relationships/slide" Target="slides/slide30.xml" /><Relationship Id="rId4" Type="http://schemas.openxmlformats.org/officeDocument/2006/relationships/slide" Target="slides/slide3.xml" /><Relationship Id="rId9" Type="http://schemas.openxmlformats.org/officeDocument/2006/relationships/slide" Target="slides/slide8.xml" /><Relationship Id="rId14" Type="http://schemas.openxmlformats.org/officeDocument/2006/relationships/slide" Target="slides/slide13.xml" /><Relationship Id="rId22" Type="http://schemas.openxmlformats.org/officeDocument/2006/relationships/slide" Target="slides/slide21.xml" /><Relationship Id="rId27" Type="http://schemas.openxmlformats.org/officeDocument/2006/relationships/slide" Target="slides/slide26.xml" /><Relationship Id="rId30" Type="http://schemas.openxmlformats.org/officeDocument/2006/relationships/slide" Target="slides/slide29.xml" /><Relationship Id="rId35" Type="http://schemas.openxmlformats.org/officeDocument/2006/relationships/slide" Target="slides/slide34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5BCAD085-E8A6-8845-BD4E-CB4CCA059FC4}" type="datetimeFigureOut">
              <a:rPr lang="en-US" smtClean="0"/>
              <a:t>7/10/2026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892653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6891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 /><Relationship Id="rId2" Type="http://schemas.openxmlformats.org/officeDocument/2006/relationships/slideLayout" Target="../slideLayouts/slideLayout2.xml" /><Relationship Id="rId1" Type="http://schemas.openxmlformats.org/officeDocument/2006/relationships/slideLayout" Target="../slideLayouts/slideLayout1.xml" /><Relationship Id="rId4" Type="http://schemas.openxmlformats.org/officeDocument/2006/relationships/theme" Target="../theme/theme1.xml" 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441700707" r:id="rId1"/>
    <p:sldLayoutId id="2441700708" r:id="rId2"/>
    <p:sldLayoutId id="2441700709" r:id="rId3"/>
  </p:sldLayoutIdLst>
  <p:txStyles>
    <p:titleStyle>
      <a:lvl1pPr algn="ctr">
        <a:defRPr sz="4400" kern="1200">
          <a:solidFill>
            <a:schemeClr val="lt1"/>
          </a:solidFill>
        </a:defRPr>
      </a:lvl1pPr>
      <a:extLst/>
    </p:titleStyle>
    <p:bodyStyle>
      <a:lvl1pPr indent="-324900" algn="ctr">
        <a:defRPr sz="3200" kern="1200">
          <a:solidFill>
            <a:schemeClr val="tx1"/>
          </a:solidFill>
        </a:defRPr>
      </a:lvl1pPr>
      <a:extLst/>
    </p:bodyStyle>
    <p:otherStyle>
      <a:defPPr algn="ctr">
        <a:defRPr kern="1200">
          <a:solidFill>
            <a:schemeClr val="tx1"/>
          </a:solidFill>
        </a:defRPr>
      </a:defPPr>
      <a:extLst/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 /><Relationship Id="rId2" Type="http://schemas.openxmlformats.org/officeDocument/2006/relationships/image" Target="../media/image1.jpg" /><Relationship Id="rId1" Type="http://schemas.openxmlformats.org/officeDocument/2006/relationships/slideLayout" Target="../slideLayouts/slideLayout1.xml" 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 /><Relationship Id="rId1" Type="http://schemas.openxmlformats.org/officeDocument/2006/relationships/slideLayout" Target="../slideLayouts/slideLayout3.xml" 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 /><Relationship Id="rId1" Type="http://schemas.openxmlformats.org/officeDocument/2006/relationships/slideLayout" Target="../slideLayouts/slideLayout3.xml" 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 /><Relationship Id="rId1" Type="http://schemas.openxmlformats.org/officeDocument/2006/relationships/slideLayout" Target="../slideLayouts/slideLayout3.xml" 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 /><Relationship Id="rId1" Type="http://schemas.openxmlformats.org/officeDocument/2006/relationships/slideLayout" Target="../slideLayouts/slideLayout3.xml" 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 /><Relationship Id="rId1" Type="http://schemas.openxmlformats.org/officeDocument/2006/relationships/slideLayout" Target="../slideLayouts/slideLayout3.xml" 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 /><Relationship Id="rId1" Type="http://schemas.openxmlformats.org/officeDocument/2006/relationships/slideLayout" Target="../slideLayouts/slideLayout1.xml" 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g" /><Relationship Id="rId1" Type="http://schemas.openxmlformats.org/officeDocument/2006/relationships/slideLayout" Target="../slideLayouts/slideLayout1.xml" 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g" /><Relationship Id="rId1" Type="http://schemas.openxmlformats.org/officeDocument/2006/relationships/slideLayout" Target="../slideLayouts/slideLayout2.xml" 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g" /><Relationship Id="rId1" Type="http://schemas.openxmlformats.org/officeDocument/2006/relationships/slideLayout" Target="../slideLayouts/slideLayout2.xml" 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 /><Relationship Id="rId1" Type="http://schemas.openxmlformats.org/officeDocument/2006/relationships/slideLayout" Target="../slideLayouts/slideLayout1.xml" 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g" /><Relationship Id="rId1" Type="http://schemas.openxmlformats.org/officeDocument/2006/relationships/slideLayout" Target="../slideLayouts/slideLayout1.xml" 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g" /><Relationship Id="rId1" Type="http://schemas.openxmlformats.org/officeDocument/2006/relationships/slideLayout" Target="../slideLayouts/slideLayout1.xml" 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g" /><Relationship Id="rId1" Type="http://schemas.openxmlformats.org/officeDocument/2006/relationships/slideLayout" Target="../slideLayouts/slideLayout1.xml" 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g" /><Relationship Id="rId1" Type="http://schemas.openxmlformats.org/officeDocument/2006/relationships/slideLayout" Target="../slideLayouts/slideLayout1.xml" 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g" /><Relationship Id="rId1" Type="http://schemas.openxmlformats.org/officeDocument/2006/relationships/slideLayout" Target="../slideLayouts/slideLayout1.xml" 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g" /><Relationship Id="rId1" Type="http://schemas.openxmlformats.org/officeDocument/2006/relationships/slideLayout" Target="../slideLayouts/slideLayout1.xml" 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g" /><Relationship Id="rId1" Type="http://schemas.openxmlformats.org/officeDocument/2006/relationships/slideLayout" Target="../slideLayouts/slideLayout1.xml" 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g" /><Relationship Id="rId1" Type="http://schemas.openxmlformats.org/officeDocument/2006/relationships/slideLayout" Target="../slideLayouts/slideLayout1.xml" 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g" /><Relationship Id="rId1" Type="http://schemas.openxmlformats.org/officeDocument/2006/relationships/slideLayout" Target="../slideLayouts/slideLayout1.xml" 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jpg" /><Relationship Id="rId1" Type="http://schemas.openxmlformats.org/officeDocument/2006/relationships/slideLayout" Target="../slideLayouts/slideLayout1.xml" 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jpg" /><Relationship Id="rId1" Type="http://schemas.openxmlformats.org/officeDocument/2006/relationships/slideLayout" Target="../slideLayouts/slideLayout1.xml" 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g" /><Relationship Id="rId1" Type="http://schemas.openxmlformats.org/officeDocument/2006/relationships/slideLayout" Target="../slideLayouts/slideLayout1.xml" 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jpg" /><Relationship Id="rId1" Type="http://schemas.openxmlformats.org/officeDocument/2006/relationships/slideLayout" Target="../slideLayouts/slideLayout1.xml" 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jpg" /><Relationship Id="rId1" Type="http://schemas.openxmlformats.org/officeDocument/2006/relationships/slideLayout" Target="../slideLayouts/slideLayout1.xml" 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jpg" /><Relationship Id="rId1" Type="http://schemas.openxmlformats.org/officeDocument/2006/relationships/slideLayout" Target="../slideLayouts/slideLayout1.xml" 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jpg" /><Relationship Id="rId1" Type="http://schemas.openxmlformats.org/officeDocument/2006/relationships/slideLayout" Target="../slideLayouts/slideLayout1.xml" 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jpg" /><Relationship Id="rId1" Type="http://schemas.openxmlformats.org/officeDocument/2006/relationships/slideLayout" Target="../slideLayouts/slideLayout1.xml" 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jpg" /><Relationship Id="rId1" Type="http://schemas.openxmlformats.org/officeDocument/2006/relationships/slideLayout" Target="../slideLayouts/slideLayout1.xml" 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jpg" /><Relationship Id="rId1" Type="http://schemas.openxmlformats.org/officeDocument/2006/relationships/slideLayout" Target="../slideLayouts/slideLayout1.xml" 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jpg" /><Relationship Id="rId1" Type="http://schemas.openxmlformats.org/officeDocument/2006/relationships/slideLayout" Target="../slideLayouts/slideLayout1.xml" 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jpg" /><Relationship Id="rId1" Type="http://schemas.openxmlformats.org/officeDocument/2006/relationships/slideLayout" Target="../slideLayouts/slideLayout1.xml" 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jpg" /><Relationship Id="rId1" Type="http://schemas.openxmlformats.org/officeDocument/2006/relationships/slideLayout" Target="../slideLayouts/slideLayout1.xml" 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jpg" /><Relationship Id="rId1" Type="http://schemas.openxmlformats.org/officeDocument/2006/relationships/slideLayout" Target="../slideLayouts/slideLayout1.xml" 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jpg" /><Relationship Id="rId1" Type="http://schemas.openxmlformats.org/officeDocument/2006/relationships/slideLayout" Target="../slideLayouts/slideLayout1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144000" cy="6858000"/>
          <a:chOff x="0" y="0"/>
          <a:chExt cx="9144000" cy="6858000"/>
        </a:xfrm>
      </p:grpSpPr>
      <p:pic>
        <p:nvPicPr>
          <p:cNvPr id="3" name="Picture 2" descr="Difference between Data Mining and Data Warehousing - Shiksha Online">
            <a:extLst>
              <a:ext uri="{FF2B5EF4-FFF2-40B4-BE49-F238E27FC236}">
                <a16:creationId xmlns:a16="http://schemas.microsoft.com/office/drawing/2014/main" id="{02CA1F09-81A0-FB83-191C-276A0C1A114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122" y="31955"/>
            <a:ext cx="9121877" cy="3856306"/>
          </a:xfrm>
          <a:prstGeom prst="rect">
            <a:avLst/>
          </a:prstGeom>
        </p:spPr>
      </p:pic>
      <p:pic>
        <p:nvPicPr>
          <p:cNvPr id="4" name="Picture 3" descr="Data Warehousing VS Data Mining | Know Best Comparisons">
            <a:extLst>
              <a:ext uri="{FF2B5EF4-FFF2-40B4-BE49-F238E27FC236}">
                <a16:creationId xmlns:a16="http://schemas.microsoft.com/office/drawing/2014/main" id="{014CDA67-C9CC-1FC7-F1C9-104A086C215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3927192"/>
            <a:ext cx="9144000" cy="2924735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49DA1E91-3967-7057-D4D4-3DD11B726294}"/>
              </a:ext>
            </a:extLst>
          </p:cNvPr>
          <p:cNvSpPr/>
          <p:nvPr/>
        </p:nvSpPr>
        <p:spPr>
          <a:xfrm>
            <a:off x="457200" y="152400"/>
            <a:ext cx="8305800" cy="5334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>
                <a:solidFill>
                  <a:srgbClr val="FFFF00"/>
                </a:solidFill>
                <a:latin typeface="Arial Black" panose="020B0A04020102020204" pitchFamily="34" charset="0"/>
              </a:rPr>
              <a:t>DATA WAREHOUSING AND DATA MINING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pic>
        <p:nvPicPr>
          <p:cNvPr id="3" name="Picture 2" descr="temp_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pic>
        <p:nvPicPr>
          <p:cNvPr id="3" name="Picture 2" descr="temp_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pic>
        <p:nvPicPr>
          <p:cNvPr id="3" name="Picture 2" descr="temp_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pic>
        <p:nvPicPr>
          <p:cNvPr id="3" name="Picture 2" descr="temp_6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pic>
        <p:nvPicPr>
          <p:cNvPr id="3" name="Picture 2" descr="temp_7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DE18E7C5-522D-4746-3605-9BEF47D1DA3E}"/>
              </a:ext>
            </a:extLst>
          </p:cNvPr>
          <p:cNvSpPr txBox="1"/>
          <p:nvPr/>
        </p:nvSpPr>
        <p:spPr>
          <a:xfrm>
            <a:off x="152400" y="228600"/>
            <a:ext cx="8763000" cy="66672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5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mining</a:t>
            </a:r>
          </a:p>
          <a:p>
            <a:pPr algn="ctr"/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mining is the process of </a:t>
            </a: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analyzing massive datasets using statistical, machine learning, and computational techniques.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457200" indent="-45720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Its primary goal is to extract hidden patterns, anomalies, and relationships from raw data to generate actionable knowledge that organizations can use to drive strategic decisions. </a:t>
            </a:r>
          </a:p>
        </p:txBody>
      </p:sp>
    </p:spTree>
    <p:extLst>
      <p:ext uri="{BB962C8B-B14F-4D97-AF65-F5344CB8AC3E}">
        <p14:creationId xmlns:p14="http://schemas.microsoft.com/office/powerpoint/2010/main" val="242470629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E8A7D3-03DF-5A0B-8DE7-FFFD8A222F04}"/>
            </a:ext>
          </a:extLst>
        </p:cNvPr>
        <p:cNvGrpSpPr/>
        <p:nvPr/>
      </p:nvGrpSpPr>
      <p:grpSpPr>
        <a:xfrm>
          <a:off x="0" y="0"/>
          <a:ext cx="9144000" cy="6858000"/>
          <a:chOff x="0" y="0"/>
          <a:chExt cx="9144000" cy="6858000"/>
        </a:xfrm>
      </p:grpSpPr>
      <p:pic>
        <p:nvPicPr>
          <p:cNvPr id="2" name="Page 1">
            <a:extLst>
              <a:ext uri="{FF2B5EF4-FFF2-40B4-BE49-F238E27FC236}">
                <a16:creationId xmlns:a16="http://schemas.microsoft.com/office/drawing/2014/main" id="{A6858DCC-16AA-36E3-85AA-2272FF24844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258663740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144000" cy="6858000"/>
          <a:chOff x="0" y="0"/>
          <a:chExt cx="9144000" cy="6858000"/>
        </a:xfrm>
      </p:grpSpPr>
      <p:pic>
        <p:nvPicPr>
          <p:cNvPr id="2" name="Pag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1-Components-of-a-Data-Warehouse-1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198915"/>
            <a:ext cx="9144000" cy="77427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0141787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2-Components-of-a-Data-Warehouse-2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594376" cy="87283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730420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/>
          <p:nvPr/>
        </p:nvPicPr>
        <p:blipFill>
          <a:blip r:embed="rId2"/>
          <a:stretch>
            <a:fillRect/>
          </a:stretch>
        </p:blipFill>
        <p:spPr>
          <a:xfrm>
            <a:off x="228600" y="504825"/>
            <a:ext cx="8686800" cy="59721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77841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144000" cy="6858000"/>
          <a:chOff x="0" y="0"/>
          <a:chExt cx="9144000" cy="6858000"/>
        </a:xfrm>
      </p:grpSpPr>
      <p:pic>
        <p:nvPicPr>
          <p:cNvPr id="2" name="Pag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144000" cy="6858000"/>
          <a:chOff x="0" y="0"/>
          <a:chExt cx="9144000" cy="6858000"/>
        </a:xfrm>
      </p:grpSpPr>
      <p:pic>
        <p:nvPicPr>
          <p:cNvPr id="2" name="Pag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144000" cy="6858000"/>
          <a:chOff x="0" y="0"/>
          <a:chExt cx="9144000" cy="6858000"/>
        </a:xfrm>
      </p:grpSpPr>
      <p:pic>
        <p:nvPicPr>
          <p:cNvPr id="2" name="Pag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144000" cy="6858000"/>
          <a:chOff x="0" y="0"/>
          <a:chExt cx="9144000" cy="6858000"/>
        </a:xfrm>
      </p:grpSpPr>
      <p:pic>
        <p:nvPicPr>
          <p:cNvPr id="2" name="Pag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144000" cy="6858000"/>
          <a:chOff x="0" y="0"/>
          <a:chExt cx="9144000" cy="6858000"/>
        </a:xfrm>
      </p:grpSpPr>
      <p:pic>
        <p:nvPicPr>
          <p:cNvPr id="2" name="Page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144000" cy="6858000"/>
          <a:chOff x="0" y="0"/>
          <a:chExt cx="9144000" cy="6858000"/>
        </a:xfrm>
      </p:grpSpPr>
      <p:pic>
        <p:nvPicPr>
          <p:cNvPr id="2" name="Page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144000" cy="6858000"/>
          <a:chOff x="0" y="0"/>
          <a:chExt cx="9144000" cy="6858000"/>
        </a:xfrm>
      </p:grpSpPr>
      <p:pic>
        <p:nvPicPr>
          <p:cNvPr id="2" name="Page 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144000" cy="6858000"/>
          <a:chOff x="0" y="0"/>
          <a:chExt cx="9144000" cy="6858000"/>
        </a:xfrm>
      </p:grpSpPr>
      <p:pic>
        <p:nvPicPr>
          <p:cNvPr id="2" name="Page 1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144000" cy="6858000"/>
          <a:chOff x="0" y="0"/>
          <a:chExt cx="9144000" cy="6858000"/>
        </a:xfrm>
      </p:grpSpPr>
      <p:pic>
        <p:nvPicPr>
          <p:cNvPr id="2" name="Page 1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144000" cy="6858000"/>
          <a:chOff x="0" y="0"/>
          <a:chExt cx="9144000" cy="6858000"/>
        </a:xfrm>
      </p:grpSpPr>
      <p:pic>
        <p:nvPicPr>
          <p:cNvPr id="2" name="Page 1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144000" cy="6858000"/>
          <a:chOff x="0" y="0"/>
          <a:chExt cx="9144000" cy="6858000"/>
        </a:xfrm>
      </p:grpSpPr>
      <p:pic>
        <p:nvPicPr>
          <p:cNvPr id="2" name="Page 1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144000" cy="6858000"/>
          <a:chOff x="0" y="0"/>
          <a:chExt cx="9144000" cy="6858000"/>
        </a:xfrm>
      </p:grpSpPr>
      <p:pic>
        <p:nvPicPr>
          <p:cNvPr id="2" name="Page 1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144000" cy="6858000"/>
          <a:chOff x="0" y="0"/>
          <a:chExt cx="9144000" cy="6858000"/>
        </a:xfrm>
      </p:grpSpPr>
      <p:pic>
        <p:nvPicPr>
          <p:cNvPr id="2" name="Page 1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144000" cy="6858000"/>
          <a:chOff x="0" y="0"/>
          <a:chExt cx="9144000" cy="6858000"/>
        </a:xfrm>
      </p:grpSpPr>
      <p:pic>
        <p:nvPicPr>
          <p:cNvPr id="2" name="Page 1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144000" cy="6858000"/>
          <a:chOff x="0" y="0"/>
          <a:chExt cx="9144000" cy="6858000"/>
        </a:xfrm>
      </p:grpSpPr>
      <p:pic>
        <p:nvPicPr>
          <p:cNvPr id="2" name="Page 1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144000" cy="6858000"/>
          <a:chOff x="0" y="0"/>
          <a:chExt cx="9144000" cy="6858000"/>
        </a:xfrm>
      </p:grpSpPr>
      <p:pic>
        <p:nvPicPr>
          <p:cNvPr id="2" name="Page 1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144000" cy="6858000"/>
          <a:chOff x="0" y="0"/>
          <a:chExt cx="9144000" cy="6858000"/>
        </a:xfrm>
      </p:grpSpPr>
      <p:pic>
        <p:nvPicPr>
          <p:cNvPr id="2" name="Page 1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144000" cy="6858000"/>
          <a:chOff x="0" y="0"/>
          <a:chExt cx="9144000" cy="6858000"/>
        </a:xfrm>
      </p:grpSpPr>
      <p:pic>
        <p:nvPicPr>
          <p:cNvPr id="2" name="Page 2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144000" cy="6858000"/>
          <a:chOff x="0" y="0"/>
          <a:chExt cx="9144000" cy="6858000"/>
        </a:xfrm>
      </p:grpSpPr>
      <p:pic>
        <p:nvPicPr>
          <p:cNvPr id="2" name="Page 2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144000" cy="6858000"/>
          <a:chOff x="0" y="0"/>
          <a:chExt cx="9144000" cy="6858000"/>
        </a:xfrm>
      </p:grpSpPr>
      <p:pic>
        <p:nvPicPr>
          <p:cNvPr id="2" name="Page 2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144000" cy="6858000"/>
          <a:chOff x="0" y="0"/>
          <a:chExt cx="9144000" cy="6858000"/>
        </a:xfrm>
      </p:grpSpPr>
      <p:pic>
        <p:nvPicPr>
          <p:cNvPr id="2" name="Page 2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144000" cy="6858000"/>
          <a:chOff x="0" y="0"/>
          <a:chExt cx="9144000" cy="6858000"/>
        </a:xfrm>
      </p:grpSpPr>
      <p:pic>
        <p:nvPicPr>
          <p:cNvPr id="2" name="Page 2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144000" cy="6858000"/>
          <a:chOff x="0" y="0"/>
          <a:chExt cx="9144000" cy="6858000"/>
        </a:xfrm>
      </p:grpSpPr>
      <p:pic>
        <p:nvPicPr>
          <p:cNvPr id="2" name="Page 2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144000" cy="6858000"/>
          <a:chOff x="0" y="0"/>
          <a:chExt cx="9144000" cy="6858000"/>
        </a:xfrm>
      </p:grpSpPr>
      <p:pic>
        <p:nvPicPr>
          <p:cNvPr id="2" name="Page 2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Theme66">
  <a:themeElements>
    <a:clrScheme name="Theme66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Theme66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Theme66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29</TotalTime>
  <Words>55</Words>
  <Application>Microsoft Office PowerPoint</Application>
  <PresentationFormat>On-screen Show (4:3)</PresentationFormat>
  <Paragraphs>5</Paragraphs>
  <Slides>36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36</vt:i4>
      </vt:variant>
    </vt:vector>
  </HeadingPairs>
  <TitlesOfParts>
    <vt:vector size="37" baseType="lpstr">
      <vt:lpstr>Theme66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Microsoft Corporation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Untitled Presentation</dc:title>
  <dc:subject/>
  <dc:creator>Unknown Creator</dc:creator>
  <cp:keywords/>
  <dc:description/>
  <cp:lastModifiedBy>lsv.2002@gmail.com</cp:lastModifiedBy>
  <cp:revision>8</cp:revision>
  <dcterms:created xsi:type="dcterms:W3CDTF">2025-07-16T16:47:14Z</dcterms:created>
  <dcterms:modified xsi:type="dcterms:W3CDTF">2026-07-10T04:37:34Z</dcterms:modified>
  <cp:category/>
</cp:coreProperties>
</file>